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871" autoAdjust="0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9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566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4905756" y="1554480"/>
            <a:ext cx="2377440" cy="2377440"/>
          </a:xfrm>
          <a:prstGeom prst="ellipse">
            <a:avLst/>
          </a:prstGeom>
          <a:solidFill>
            <a:srgbClr val="00D4FF">
              <a:alpha val="1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74236" y="822960"/>
            <a:ext cx="3840480" cy="3840480"/>
          </a:xfrm>
          <a:prstGeom prst="ellipse">
            <a:avLst/>
          </a:prstGeom>
          <a:solidFill>
            <a:srgbClr val="00D4FF">
              <a:alpha val="1000"/>
            </a:srgbClr>
          </a:solidFill>
          <a:ln w="9525">
            <a:solidFill>
              <a:srgbClr val="00D4FF">
                <a:alpha val="4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42716" y="91440"/>
            <a:ext cx="5303520" cy="5303520"/>
          </a:xfrm>
          <a:prstGeom prst="ellipse">
            <a:avLst/>
          </a:prstGeom>
          <a:solidFill>
            <a:srgbClr val="00D4FF">
              <a:alpha val="1000"/>
            </a:srgbClr>
          </a:solidFill>
          <a:ln w="9525">
            <a:solidFill>
              <a:srgbClr val="00D4FF">
                <a:alpha val="59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11196" y="-640080"/>
            <a:ext cx="6766560" cy="6766560"/>
          </a:xfrm>
          <a:prstGeom prst="ellipse">
            <a:avLst/>
          </a:prstGeom>
          <a:solidFill>
            <a:srgbClr val="00D4FF">
              <a:alpha val="1000"/>
            </a:srgbClr>
          </a:solidFill>
          <a:ln w="9525">
            <a:solidFill>
              <a:srgbClr val="00D4FF">
                <a:alpha val="71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1276" y="10515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r>
              <a:rPr lang="en-US" sz="1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</a:t>
            </a:r>
            <a:r>
              <a:rPr lang="en-US" sz="13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0" y="28803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kern="0" spc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University Simulator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0" y="352044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القيادة الذكية بالذكاء الاصطناعي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082796" y="4160520"/>
            <a:ext cx="4023360" cy="3200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325880" y="4434840"/>
            <a:ext cx="2286000" cy="457200"/>
          </a:xfrm>
          <a:prstGeom prst="rect">
            <a:avLst/>
          </a:prstGeom>
          <a:solidFill>
            <a:srgbClr val="001D3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17 أداة تعليمية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94760" y="4434840"/>
            <a:ext cx="2286000" cy="457200"/>
          </a:xfrm>
          <a:prstGeom prst="rect">
            <a:avLst/>
          </a:prstGeom>
          <a:solidFill>
            <a:srgbClr val="001D3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ذكاء اصطناعي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434840"/>
            <a:ext cx="2286000" cy="457200"/>
          </a:xfrm>
          <a:prstGeom prst="rect">
            <a:avLst/>
          </a:prstGeom>
          <a:solidFill>
            <a:srgbClr val="001D3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محاكاة أعمال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32520" y="4434840"/>
            <a:ext cx="2286000" cy="457200"/>
          </a:xfrm>
          <a:prstGeom prst="rect">
            <a:avLst/>
          </a:prstGeom>
          <a:solidFill>
            <a:srgbClr val="001D3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متعدد المنصات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52120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تقديمي شامل  ·  الإصدار 1.0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أدوات التطبيق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أداة ذكية متكاملة في منصة واحدة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241280" y="1417320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332720" y="1490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0" y="161848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287000" y="2194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الرئيسية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93608" y="1417320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85048" y="1490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93608" y="161848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339328" y="2194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الأدوات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45936" y="1417320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FF7C43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37376" y="1490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7C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5936" y="161848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👑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91656" y="2194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الشخصية القيادية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98264" y="1417320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89704" y="1490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5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98264" y="161848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443984" y="2194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التحديات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50592" y="1417320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42032" y="1490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50592" y="161848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496312" y="2194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أفضل تصرف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1417320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1490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161848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48640" y="2194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AI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41280" y="2825496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332720" y="2898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241280" y="302666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0287000" y="36027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الشهادات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93608" y="2825496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385048" y="2898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93608" y="302666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🧬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8339328" y="36027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DNA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45936" y="2825496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37376" y="2898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5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45936" y="302666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🎙️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391656" y="36027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مقابلة AI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398264" y="2825496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FF006E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489704" y="2898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398264" y="302666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🚨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4443984" y="36027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أزمة AI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450592" y="2825496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542032" y="2898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450592" y="302666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2496312" y="36027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خارطة الطريق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02920" y="2825496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94360" y="2898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920" y="302666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548640" y="36027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الدراسة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0241280" y="4233672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0332720" y="43068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5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241280" y="4434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10287000" y="50109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293608" y="4233672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FF7C43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385048" y="43068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7C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293608" y="4434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🏅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8339328" y="50109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الإنجازات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345936" y="4233672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437376" y="43068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345936" y="4434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65" name="Text 63"/>
          <p:cNvSpPr/>
          <p:nvPr/>
        </p:nvSpPr>
        <p:spPr>
          <a:xfrm>
            <a:off x="6391656" y="50109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الجامعة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398264" y="4233672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FF006E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489704" y="43068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398264" y="4434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69" name="Text 67"/>
          <p:cNvSpPr/>
          <p:nvPr/>
        </p:nvSpPr>
        <p:spPr>
          <a:xfrm>
            <a:off x="4443984" y="50109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مهام اليوم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2450592" y="4254454"/>
            <a:ext cx="1783080" cy="1207008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2542032" y="43068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450592" y="4434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73" name="Text 71"/>
          <p:cNvSpPr/>
          <p:nvPr/>
        </p:nvSpPr>
        <p:spPr>
          <a:xfrm>
            <a:off x="2496312" y="50109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دكتور AI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🏠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الرئيسية — كلية الأعمال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· Business College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7 تخصصات أكاديمية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الأعمال · المحاسبة · الموارد البشرية · التسويق الإلكتروني · التمويل FinTech · نظم المعلومات · اللوجستيات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نظام XP والمستويات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شريط نقاط خبرة مباشر، مستوى الطالب، ونظام القلوب التحفيزي في الأعلى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تصميم سينمائي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خلفية نجوم كونية متحركة، تأثيرات Glassmorphism، وواجهة عربية RTL كاملة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انطلاق الطالب في المنصة. يختار تخصصه الأكاديمي </a:t>
            </a:r>
            <a:r>
              <a:rPr lang="en-US" sz="13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تخصصات، ليفتح كل تخصص مساره الخاص من الأدوات والاختبارات والتحديات المصممة له خصيصاً.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التخصص من بطاقات كلية الأعمال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يفتح التخصص أدواته ومحتواه المخصص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تابع تقدمك عبر شريط XP والمستوى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🔧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الأدوات — أساليب إدارية حديثة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Business Tools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FFD700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🧰 10 أدوات لكل تخصص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· Balanced Scorecard · OKRs · Six Sigma · Lean · ERP · CRM · Data Analytics · AI Automation · Change Management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تعلم تفاعلي (6 أقسام)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تعريف · المكونات الأساسية · متى تُستخدم · الفوائد · مثال واقعي · تحدٍ شائع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اختبار + نظام قلوب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أسئلة لكل أداة مع 3 قلوب وتغذية راجعة فورية ونقاط XP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مكتبة من 10 أدوات إدارية احترافية لكل تخصص. كل أداة تأتي بوحدة تعلم تفاعلية شاملة ثم اختبار من 10 أسئلة لترسيخ المعرفة وقياس الفهم.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الأداة من قائمة تخصصك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ادرس وحدة التعلم التفاعلية (6 أقسام)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اجتز اختبار الـ 10 أسئلة واكسب XP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C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FF7C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👑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الشخصية القيادية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F7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Personality 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FF7C43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7C43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FF7C4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7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 4 أنماط قيادية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الأوتوقراطي 👑 · الديمقراطي 🤝 · التحويلي 🚀 · التفويضي 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7C43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FF7C4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7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50 سؤال تحليلي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أسئلة مبنية على مواقف عمل حقيقية لقياس أسلوبك في القيادة واتخاذ القرار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7C43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FF7C4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7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تقرير + محتوى مدفوع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PDF مفصل + مكتبة ملفات وكتب قيادية متخصصة لكل نمط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FF7C43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7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شامل من 50 سؤالاً يحلل أسلوبك القيادي ويصنّفك ضمن أحد أربعة أنماط قيادية، مع تقرير مفصل عن نقاط قوتك وتوصيات للتطوير.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أجب عن 50 سؤالاً عن مواقف قيادية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يحلل النظام إجاباتك ويحدد نمطك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احصل على تقرير PDF + محتوى متخصص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🧠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التحديات الذكية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Challenges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00F5D4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F5D4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سيناريوهات واقعية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مواقف مستوحاة من بيئة الأعمال الحقيقية لاختبار ذكائك الإداري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F5D4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خيارات متعددة + تحليل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تحدٍّ عدة خيارات مع شرح لماذا يكون خيار معيّن أفضل من غيره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F5D4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مستويات صعوبة متدرجة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المبتدئ إلى الخبير، مع مكافآت XP تتناسب مع صعوبة التحدي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سيناريوهات إدارية واقعية تختبر سرعة بديهتك وجودة قراراتك تحت الضغط. كل تحدٍّ يطرح موقفاً بخيارات متعددة ويحلل اختيارك فوراً.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السيناريو الإداري بعناية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التصرف الأنسب من الخيارات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احصل على تحليل فوري ونقاط XP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أفضل تصرف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FFD700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مواقف من شركات حقيقية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دراسات حالة مستوحاة من قرارات اتخذتها مؤسسات وشركات فعلية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تحليل ومقارنة الخيارات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يوضح النظام مزايا وعيوب كل خيار ويكشف التصرف الأمثل ولماذا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تنمية حكمة القرار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تدريب عملي يطوّر قدرتك على اتخاذ القرارات الصائبة في العمل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مواقف حقيقية من كبرى الشركات تضعك في مقعد صانع القرار. تختار تصرفك ثم يقارنه النظام بالقرار الأمثل ويشرح لك الفرق.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ادخل الموقف الإداري الواقعي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التصرف الذي تراه الأنسب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قارن قرارك بالقرار المثالي وتعلّم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🤖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CEO AI — المستشار الذكي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CEO Advisor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9D4EDD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9D4EDD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مدعوم بـ Claude Sonnet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ذكاء اصطناعي متقدم يفهم السياق ويقدّم استشارات إدارية احترافية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9D4EDD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20 صوتاً عربياً وأجنبياً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تركيب صوتي للإجابات — لهجات عربية متعددة + أصوات إنجليزية وأجنبية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9D4EDD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بث مباشر SSE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إجابات لحظية متدفقة عبر Python FastAPI backend على المنفذ 8002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مساعدك التنفيذي الشخصي المدعوم بالذكاء الاصطناعي (Claude). تسأله عن أي تحدٍّ إداري أو استراتيجي فيجيبك فوراً نصاً وصوتاً بلغة طبيعية.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سؤالك الإداري أو الاستراتيجي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يرد CEO AI ببث مباشر لحظي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استمع للإجابة بأحد الأصوات المتاحة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🏆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نظام الشهادات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شهادات معرفية وعملية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فئتان من الشهادات: شهادات المعرفة النظرية وشهادات الممارسة التطبيقية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 توليد PDF احترافي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شهادة فاخر يحمل اسم الطالب والتاريخ والتوقيع الرسمي للمنصة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جاهزة للمشاركة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شارك إنجازك مباشرة على منصات التواصل المهني مثل LinkedIn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يكافئ إنجازاتك بشهادات معرفية وعملية معتمدة قابلة للتحميل كملف PDF احترافي يحمل اسمك وتاريخ الإنجاز — جاهزة للمشاركة على LinkedIn.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أكمل المسارات والاختبارات المطلوبة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تُفتح الشهادة المستحقة تلقائياً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حمّلها كـ PDF احترافي بتوقيع رسمي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🧬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Career DNA — البصمة المهنية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DNA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9D4EDD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9D4EDD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 5 أبعاد · 6 أنماط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تحليلي · إبداعي · اجتماعي · تنفيذي · استراتيجي ← المحلل الاستراتيجي 🔬 · المبتكر الرؤيوي 🚀 · قائد الأفراد 👑 + 3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9D4EDD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مطابقة 10 تخصصات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يطابق بصمتك مع أنسب التخصصات الأكاديمية بنسب مئوية دقيقة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9D4EDD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مسار مهني + مهارات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نقاط القوة والضعف + 4 مسارات وظيفية + المهارات المطلوبة بأولوياتها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تحليل ذكي يكشف بصمتك المهنية عبر 15 سؤالاً موزعة على 3 مراحل، ليقيس 5 أبعاد ويحدد نمطك من 6 أنماط مهنية مع مطابقة دقيقة لأنسب التخصصات.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أجب عن 15 سؤالاً عبر 3 مراحل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يقيس النظام أبعادك الخمسة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احصل على نمط DNA + مسار مهني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🎙️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محاكي المقابلة AI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Interview Simulator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00F5D4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F5D4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4 فئات مقابلات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الموارد البشرية 🏢 · القيادة 👑 · الأعمال 💼 · دراسة الحالة 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F5D4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 مُقابِلون بشخصيات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د. سارة القحطاني (HR) · أ. خالد المنصور (تنفيذي) وغيرهم بأدوار واقعية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F5D4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أسئلة + تقييم AI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أسئلة احترافية لكل فئة بمستويات صعوبة متدرجة وتحليل لإجاباتك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تدرّب على المقابلات الوظيفية مع مُقابِل افتراضي يعمل بالذكاء الاصطناعي. اختر نوع المقابلة وواجه أسئلة حقيقية ثم احصل على تقييم لأدائك.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فئة المقابلة المناسبة لك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أجب عن أسئلة المُقابِل الذكي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احصل على تقييم وملاحظات للتحسين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FF00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🚨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محاكي الأزمات AI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F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Crisis Simulator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FF006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006E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5 سيناريوهات أزمات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علاقات عامة · أزمة سوق · هجوم سيبراني · أزمة مالية · صراع داخلي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006E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4 مراحل متصاعدة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أزمة تتطور عبر 4 مراحل، وكل قرار يؤثر على ما يليه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006E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عواقب فورية + تحليل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تقييم يقيس قراراتك مقابل المعيار الأمثل ويحلل أسلوبك تحت الضغط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FF006E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يضعك في قلب أشد المواقف ضغطاً لاختبار قيادتك في الأزمات. 5 سيناريوهات حقيقية، كل منها 4 مراحل متصاعدة بقرارات فورية وعواقب ملموسة.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نوع الأزمة التي تواجهها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اتخذ قراراً في كل مرحلة من 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شاهد العواقب وتحليل أداءك القيادي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🗺️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خارطة الطريق AI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Career Roadmap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11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5 أنواع عناصر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تدريب داخلي 🏢 · شهادة مهنية 🏅 · مشروع 🚀 · مهارة ⚡ · إنجاز 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4 مراحل تطوير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متدرج يمتد عبر مسيرتك الجامعية وما بعدها نحو هدفك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توليد ذكي + احتياطي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مُولَّد بالذكاء الاصطناعي مع نظام احتياطي يعمل دون اتصال بالإنترنت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يولّد لك الذكاء الاصطناعي مساراً مهنياً مخصّصاً بناءً على تخصصك وهدفك، موزعاً على مراحل واضحة تشمل التدريب والشهادات والمشاريع والمهارات.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أدخل تخصصك وهدفك المهني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يولّد الـ AI خارطة طريق مخصصة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اتبع المراحل وحقّق إنجازاتك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📚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مساعد الدراسة AI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Assistant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FFD700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رفع ملف أو نص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منطقة سحب وإفلات للملفات الدراسية أو لصق النص مباشرة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🎛️ 5 أوضاع تعلّم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محادثة 💬 · بطاقات 🃏 · اختبار ❓ · ملخص 📄 · خطة دراسة 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مدعوم بالذكاء الاصطناعي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يفهم محتوى مادتك ويولّد أدوات تعلم مخصصة لها تلقائياً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ارفع ملفك الدراسي أو الصق نصك، ودع الذكاء الاصطناعي يحوّله إلى أدوات تعلم متكاملة: ملخصات، بطاقات تعليمية، اختبارات، وخطة دراسة منظمة.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ارفع ملفاً أو الصق النص الدراسي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وضع التعلم المناسب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تعلّم بذكاء عبر الأدوات المولّدة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لوحة التحكم التنفيذية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13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00F5D4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F5D4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KPIs ورسوم مباشرة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مؤشرات أداء حية: الرضا الوظيفي، الإنتاجية، الإيرادات، ومؤشرات السوق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F5D4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تحليل AI للأعمال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رؤى وتوصيات ذكية مولّدة تلقائياً لمساعدتك على اتخاذ قرارات أفضل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F5D4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💹 CEO Dashboard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شريط أسعار متحرك، تغذية أحداث مباشرة، وأهداف قابلة للتتبع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F5D4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قيادة تنفيذية حية تعرض مؤشرات الأداء الرئيسية ورسوماً بيانية تفاعلية وتحليلات أعمال بالذكاء الاصطناعي — كأنك في مقعد الرئيس التنفيذي.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استعرض مؤشرات KPI المباشرة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حلّل الرسوم البيانية والاتجاهات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توصيات الـ AI للأعمال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C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FF7C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🏅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الإنجازات والرتب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F7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Achievements &amp; Ranks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7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14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FF7C43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7C43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FF7C4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7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20 إنجازاً هولوغرافياً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شارات متنوعة: أول خطوة، متعلم سريع، محلل الأزمات، سيد الأدوات، أسطورة، وغيرها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7C43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FF7C4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7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8 رتب مهنية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طالب جديد 🎓 ← طالب نشط ← رئيس قسم ← مدير مشروع ← مستشار ← مدير تنفيذي ← نائب الرئيس ← رئيس تنفيذي 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7C43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FF7C4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7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مسار تقدم مرئي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شريط تقدم يوضح المسافة المتبقية للرتبة التالية ويحفّزك على الاستمرار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FF7C43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7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تحفيزي متكامل يكافئ نشاطك بـ 20 إنجازاً هولوغرافياً وثماني رتب مهنية تتدرج بها من «طالب جديد» حتى «رئيس تنفيذي» كلما اكتسبت خبرة.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تفاعل مع أدوات المنصة المختلفة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تُفتح الإنجازات تلقائياً عند تحقيقها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اصعد في الرتب كلما زادت نقاط XP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🏛️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خريطة الجامعة الذكية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Campus Map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15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9 مبانٍ تفاعلية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 العليا · المكتبة الذكية · مختبر الذكاء الاصطناعي والمزيد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🖱️ تفاصيل عند الضغط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مبنى يعرض وصفه وخدماته الرئيسية في بطاقة معلومات أنيقة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روابط للأقسام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مبنى يربطك مباشرة بالأداة المرتبطة به داخل التطبيق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00D4FF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حرم جامعي هولوغرافي تفاعلي يضم 9 مبانٍ. اضغط أي مبنى لاستكشاف خدماته والانتقال مباشرة إلى القسم المرتبط به داخل المنصة.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تصفّح الحرم الجامعي الهولوغرافي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أي مبنى لعرض تفاصيله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انتقل مباشرة إلى قسمه في المنصة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FF00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🔥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مهام اليوم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F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Missions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16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FF006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006E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12 مهمة يومية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مهام متنوعة: استكشف الأقسام، اكسب نقاطاً، استشر CEO AI، واجه أزمة، وأكثر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006E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سلسلة الأيام (Streak)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حافظ على نشاطك اليومي المتتالي لمضاعفة حماسك ومكافآتك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FF006E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مكافآت XP إضافية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مهمة تمنحك نقاط خبرة إضافية تسرّع صعودك في الرتب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FF006E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مهام يومية يبقيك متفاعلاً مع المنصة. أكمل 12 مهمة متنوعة، حافظ على سلسلة أيامك المتتالية، واكسب مكافآت XP إضافية كل يوم.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افتح مهام اليوم وراجع قائمتك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أنجز المهام عبر استخدام المنصة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احصد مكافآت XP وحافظ على سلسلتك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292608"/>
            <a:ext cx="1005840" cy="77724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3108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🎓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926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دكتور AI — المحاضرات التفاعلية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Doctor · Interactive Lectures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57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17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201400" cy="22860"/>
          </a:xfrm>
          <a:prstGeom prst="rect">
            <a:avLst/>
          </a:prstGeom>
          <a:solidFill>
            <a:srgbClr val="9D4EDD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9D4EDD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137160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10 محاضرات سلوك تنظيمي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0756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مدخل السلوك التنظيمي والإدراك والشخصية إلى ضغوط العمل والسلوك الجماعي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9D4EDD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137160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حضور + اختيار عشوائي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سجّل أسماء الطلاب الحاضرين، والنظام يختار طلاباً عشوائياً للمشاركة والإجابة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5120640" cy="1371600"/>
          </a:xfrm>
          <a:prstGeom prst="rect">
            <a:avLst/>
          </a:prstGeom>
          <a:solidFill>
            <a:srgbClr val="001233"/>
          </a:solidFill>
          <a:ln w="15240">
            <a:solidFill>
              <a:srgbClr val="9D4EDD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800600"/>
            <a:ext cx="64008" cy="137160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10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15 سؤال + واجبات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27608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سؤالاً تفاعلياً لكل محاضرة، ونظام واجبات منزلية يُكلَّف به الطلاب بعد كل حصة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5760720" cy="2331720"/>
          </a:xfrm>
          <a:prstGeom prst="rect">
            <a:avLst/>
          </a:prstGeom>
          <a:solidFill>
            <a:srgbClr val="001D3D"/>
          </a:solidFill>
          <a:ln w="15240">
            <a:solidFill>
              <a:srgbClr val="9D4EDD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ما هي الأداة؟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أستاذ افتراضي يشرح مادة السلوك التنظيمي عبر 10 محاضرات مفصّلة. يسجّل حضور الطلاب، يختار طلاباً عشوائياً للمشاركة، ويتابع تعلمهم بالأسئلة والواجبات.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5760720" cy="2057400"/>
          </a:xfrm>
          <a:prstGeom prst="rect">
            <a:avLst/>
          </a:prstGeom>
          <a:solidFill>
            <a:srgbClr val="001D3D"/>
          </a:solidFill>
          <a:ln w="15240">
            <a:solidFill>
              <a:srgbClr val="FFD700"/>
            </a:solidFill>
            <a:prstDash val="solid"/>
          </a:ln>
          <a:effectLst>
            <a:outerShdw blurRad="1778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2245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كيف تعمل؟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1400" y="4681728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64515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أدخل أسماء الطلاب الحاضرين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201400" y="5065776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20140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50292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المحاضرة وابدأ الشرح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201400" y="5449824"/>
            <a:ext cx="201168" cy="20116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1120140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41324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شارك الطلاب عشوائياً وكلّفهم الواجب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— AI University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5088636" y="1463040"/>
            <a:ext cx="2011680" cy="2011680"/>
          </a:xfrm>
          <a:prstGeom prst="ellipse">
            <a:avLst/>
          </a:prstGeom>
          <a:solidFill>
            <a:srgbClr val="00D4FF">
              <a:alpha val="1000"/>
            </a:srgbClr>
          </a:solidFill>
          <a:ln w="762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48556" y="822960"/>
            <a:ext cx="3291840" cy="3291840"/>
          </a:xfrm>
          <a:prstGeom prst="ellipse">
            <a:avLst/>
          </a:prstGeom>
          <a:solidFill>
            <a:srgbClr val="00D4FF">
              <a:alpha val="1000"/>
            </a:srgbClr>
          </a:solidFill>
          <a:ln w="7620">
            <a:solidFill>
              <a:srgbClr val="00D4FF">
                <a:alpha val="4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8476" y="182880"/>
            <a:ext cx="4572000" cy="4572000"/>
          </a:xfrm>
          <a:prstGeom prst="ellipse">
            <a:avLst/>
          </a:prstGeom>
          <a:solidFill>
            <a:srgbClr val="00D4FF">
              <a:alpha val="1000"/>
            </a:srgbClr>
          </a:solidFill>
          <a:ln w="7620">
            <a:solidFill>
              <a:srgbClr val="00D4FF">
                <a:alpha val="6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08476" y="10058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r>
              <a:rPr lang="en-US" sz="10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</a:t>
            </a:r>
            <a:r>
              <a:rPr lang="en-US" sz="10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0400" dirty="0"/>
          </a:p>
        </p:txBody>
      </p:sp>
      <p:sp>
        <p:nvSpPr>
          <p:cNvPr id="8" name="Text 6"/>
          <p:cNvSpPr/>
          <p:nvPr/>
        </p:nvSpPr>
        <p:spPr>
          <a:xfrm>
            <a:off x="0" y="26974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لاهتمامكم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265676" y="3429000"/>
            <a:ext cx="3657600" cy="2743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أداة ذكية  ·  منصة واحدة  ·  تجربة تعليمية متكاملة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28800" y="4297680"/>
            <a:ext cx="2011680" cy="502920"/>
          </a:xfrm>
          <a:prstGeom prst="rect">
            <a:avLst/>
          </a:prstGeom>
          <a:solidFill>
            <a:srgbClr val="001D3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4297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PWA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4297680"/>
            <a:ext cx="2011680" cy="502920"/>
          </a:xfrm>
          <a:prstGeom prst="rect">
            <a:avLst/>
          </a:prstGeom>
          <a:solidFill>
            <a:srgbClr val="001D3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4297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Windows EXE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4297680"/>
            <a:ext cx="2011680" cy="502920"/>
          </a:xfrm>
          <a:prstGeom prst="rect">
            <a:avLst/>
          </a:prstGeom>
          <a:solidFill>
            <a:srgbClr val="001D3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297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Android APK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12480" y="4297680"/>
            <a:ext cx="2011680" cy="502920"/>
          </a:xfrm>
          <a:prstGeom prst="rect">
            <a:avLst/>
          </a:prstGeom>
          <a:solidFill>
            <a:srgbClr val="001D3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4297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ZIP أوفلاين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5166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AUS Platform · All Rights Reserved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2160</Words>
  <Application>Microsoft Office PowerPoint</Application>
  <PresentationFormat>Widescreen</PresentationFormat>
  <Paragraphs>448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 — AI University Simulator</dc:title>
  <dc:subject>PptxGenJS Presentation</dc:subject>
  <dc:creator>AUS Platform</dc:creator>
  <cp:lastModifiedBy>USER</cp:lastModifiedBy>
  <cp:revision>2</cp:revision>
  <dcterms:created xsi:type="dcterms:W3CDTF">2026-05-30T21:54:02Z</dcterms:created>
  <dcterms:modified xsi:type="dcterms:W3CDTF">2026-05-31T02:07:11Z</dcterms:modified>
</cp:coreProperties>
</file>