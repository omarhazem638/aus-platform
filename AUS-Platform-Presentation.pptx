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1474470"/>
            <a:ext cx="2194560" cy="2194560"/>
          </a:xfrm>
          <a:prstGeom prst="ellipse">
            <a:avLst/>
          </a:prstGeom>
          <a:solidFill>
            <a:srgbClr val="00D4FF">
              <a:alpha val="2000"/>
            </a:srgbClr>
          </a:solidFill>
          <a:ln w="762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834390"/>
            <a:ext cx="3474720" cy="3474720"/>
          </a:xfrm>
          <a:prstGeom prst="ellipse">
            <a:avLst/>
          </a:prstGeom>
          <a:solidFill>
            <a:srgbClr val="00D4FF">
              <a:alpha val="2000"/>
            </a:srgbClr>
          </a:solidFill>
          <a:ln w="762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194310"/>
            <a:ext cx="4754880" cy="4754880"/>
          </a:xfrm>
          <a:prstGeom prst="ellipse">
            <a:avLst/>
          </a:prstGeom>
          <a:solidFill>
            <a:srgbClr val="00D4FF">
              <a:alpha val="2000"/>
            </a:srgbClr>
          </a:solidFill>
          <a:ln w="762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0058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</a:t>
            </a:r>
            <a:pPr algn="ctr" indent="0" marL="0">
              <a:buNone/>
            </a:pPr>
            <a:r>
              <a:rPr lang="en-US" sz="9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University Simulator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القيادة الذكية بالذكاء الاصطناعي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3291840"/>
            <a:ext cx="2743200" cy="274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474720"/>
            <a:ext cx="1920240" cy="292608"/>
          </a:xfrm>
          <a:prstGeom prst="rect">
            <a:avLst/>
          </a:prstGeom>
          <a:solidFill>
            <a:srgbClr val="001D3D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تعليم تفاعلي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3474720"/>
            <a:ext cx="1920240" cy="292608"/>
          </a:xfrm>
          <a:prstGeom prst="rect">
            <a:avLst/>
          </a:prstGeom>
          <a:solidFill>
            <a:srgbClr val="001D3D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474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ذكاء اصطناعي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474720"/>
            <a:ext cx="1920240" cy="292608"/>
          </a:xfrm>
          <a:prstGeom prst="rect">
            <a:avLst/>
          </a:prstGeom>
          <a:solidFill>
            <a:srgbClr val="001D3D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474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متعدد المنصات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3474720"/>
            <a:ext cx="1920240" cy="292608"/>
          </a:xfrm>
          <a:prstGeom prst="rect">
            <a:avLst/>
          </a:prstGeom>
          <a:solidFill>
            <a:srgbClr val="001D3D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474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نظام دفع متكامل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الإصدار 1.0  ·  2026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ما هو AUS؟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0" y="594360"/>
            <a:ext cx="18288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384048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محاكاة جامعية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هي منصة تعليمية تفاعلية تحاكي بيئة جامعة أعمال ذكية، تعتمد الذكاء الاصطناعي لتطوير مهارات القيادة والإدارة.
</a:t>
            </a:r>
            <a:pPr algn="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وحدات تعليمية متكاملة
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اختبارات شخصية بالذكاء الاصطناعي
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محاكاة قرارات الأعمال الحقيقية
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XP ومستويات وإنجازات
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PDF احترافية
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متاح PWA + EXE + APK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1920240" cy="16459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960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63440" y="1783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 تعليمية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777240"/>
            <a:ext cx="1920240" cy="164592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960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858000" y="1783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اختبار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697480"/>
            <a:ext cx="1920240" cy="16459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8803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F5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663440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مدفوع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0" y="2697480"/>
            <a:ext cx="1920240" cy="164592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28803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858000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محاضرة AI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محتويات العرض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754880" y="777240"/>
            <a:ext cx="4206240" cy="82296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92040" y="88696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40680" y="914400"/>
            <a:ext cx="2286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32120" y="88696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الرئيسية وكلية الأعمال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4206240" cy="82296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88696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60120" y="914400"/>
            <a:ext cx="22860" cy="548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88696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الشخصية القيادية + Career DNA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783080"/>
            <a:ext cx="4206240" cy="82296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89280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5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40680" y="1920240"/>
            <a:ext cx="22860" cy="548640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8928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التحديات وأفضل تصرف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1783080"/>
            <a:ext cx="4206240" cy="82296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189280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60120" y="1920240"/>
            <a:ext cx="22860" cy="54864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18928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AI المحادثة الذكية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2788920"/>
            <a:ext cx="4206240" cy="82296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289864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440680" y="2926080"/>
            <a:ext cx="2286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289864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دكتور AI — محاضرات السلوك التنظيمي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2788920"/>
            <a:ext cx="4206240" cy="82296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289864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60120" y="2926080"/>
            <a:ext cx="22860" cy="548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289864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المتجر ونظام الدفع CliQ / IBAN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3794760"/>
            <a:ext cx="4206240" cy="82296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390448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5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5440680" y="3931920"/>
            <a:ext cx="22860" cy="548640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39044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الإنجازات والشهادات والـ Dashboard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74320" y="3794760"/>
            <a:ext cx="4206240" cy="82296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11480" y="390448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960120" y="3931920"/>
            <a:ext cx="22860" cy="54864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" y="39044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التوزيع — PWA + EXE + APK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37160"/>
            <a:ext cx="1554480" cy="256032"/>
          </a:xfrm>
          <a:prstGeom prst="rect">
            <a:avLst/>
          </a:prstGeom>
          <a:solidFill>
            <a:srgbClr val="00D4FF">
              <a:alpha val="15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الرئيسية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🏠 الصفحة الرئيسية — كلية الأعمال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73152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تعليمية تبدأ من اختيار التخصص
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يختار الطالب من 6 تخصصات أكاديمية:
</a:t>
            </a:r>
            <a:pPr algn="r"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أعمال  ·  تسويق  ·  موارد بشرية
تمويل  ·  ريادة أعمال  ·  ذكاء اصطناعي
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تخصص يفتح محتوى مخصصاً من</a:t>
            </a: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الاختبارات والتحديات والأدوات.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0" y="685800"/>
            <a:ext cx="4937760" cy="365760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كلية الأعمال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تخصصك وابدأ رحلتك التعليمية التفاعلية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595360" y="1600200"/>
            <a:ext cx="1371600" cy="777240"/>
          </a:xfrm>
          <a:prstGeom prst="rect">
            <a:avLst/>
          </a:prstGeom>
          <a:solidFill>
            <a:srgbClr val="001233"/>
          </a:solidFill>
          <a:ln w="10160">
            <a:solidFill>
              <a:srgbClr val="008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95360" y="1600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إدارة الأعمال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1600200"/>
            <a:ext cx="1371600" cy="777240"/>
          </a:xfrm>
          <a:prstGeom prst="rect">
            <a:avLst/>
          </a:prstGeom>
          <a:solidFill>
            <a:srgbClr val="001233"/>
          </a:solidFill>
          <a:ln w="10160">
            <a:solidFill>
              <a:srgbClr val="008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1600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التسويق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2560320"/>
            <a:ext cx="1371600" cy="777240"/>
          </a:xfrm>
          <a:prstGeom prst="rect">
            <a:avLst/>
          </a:prstGeom>
          <a:solidFill>
            <a:srgbClr val="001233"/>
          </a:solidFill>
          <a:ln w="10160">
            <a:solidFill>
              <a:srgbClr val="008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77840" y="2560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الموارد البشرية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95360" y="2560320"/>
            <a:ext cx="1371600" cy="777240"/>
          </a:xfrm>
          <a:prstGeom prst="rect">
            <a:avLst/>
          </a:prstGeom>
          <a:solidFill>
            <a:srgbClr val="001233"/>
          </a:solidFill>
          <a:ln w="10160">
            <a:solidFill>
              <a:srgbClr val="008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95360" y="2560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التمويل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3520440"/>
            <a:ext cx="1371600" cy="777240"/>
          </a:xfrm>
          <a:prstGeom prst="rect">
            <a:avLst/>
          </a:prstGeom>
          <a:solidFill>
            <a:srgbClr val="001233"/>
          </a:solidFill>
          <a:ln w="10160">
            <a:solidFill>
              <a:srgbClr val="008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86600" y="35204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ريادة أعمال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3520440"/>
            <a:ext cx="1371600" cy="777240"/>
          </a:xfrm>
          <a:prstGeom prst="rect">
            <a:avLst/>
          </a:prstGeom>
          <a:solidFill>
            <a:srgbClr val="001233"/>
          </a:solidFill>
          <a:ln w="10160">
            <a:solidFill>
              <a:srgbClr val="008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0" y="35204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الذكاء الاصطناعي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3611880"/>
            <a:ext cx="4572000" cy="54864"/>
          </a:xfrm>
          <a:prstGeom prst="rect">
            <a:avLst/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المستوى 1   ·   🏆 0 XP   ·   ❤️ ❤️ ❤️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069080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69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نجوم ونقاط XP مباشرة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343400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343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قلوب تحفيزي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617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رسوم متحركة سينمائية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37160"/>
            <a:ext cx="1554480" cy="256032"/>
          </a:xfrm>
          <a:prstGeom prst="rect">
            <a:avLst/>
          </a:prstGeom>
          <a:solidFill>
            <a:srgbClr val="FFD700">
              <a:alpha val="15000"/>
            </a:srgbClr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الشخصية القيادية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👑 تحليل الشخصية القيادية بالذكاء الاصطناعي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852160" y="777240"/>
            <a:ext cx="2468880" cy="1417320"/>
          </a:xfrm>
          <a:prstGeom prst="rect">
            <a:avLst/>
          </a:prstGeom>
          <a:solidFill>
            <a:srgbClr val="001D3D"/>
          </a:solidFill>
          <a:ln w="15240">
            <a:solidFill>
              <a:srgbClr val="FF00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0" y="822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👑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85216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استبدادي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63240" y="777240"/>
            <a:ext cx="2468880" cy="14173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63240" y="822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🌟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06324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تحويلي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777240"/>
            <a:ext cx="2468880" cy="14173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822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7432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ديموقراطي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0" y="2423160"/>
            <a:ext cx="2468880" cy="141732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52160" y="24688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852160" y="3154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تفويضي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63240" y="2423160"/>
            <a:ext cx="2468880" cy="141732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63240" y="24688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🧬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063240" y="3154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تحليلي CDNA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2423160"/>
            <a:ext cx="2468880" cy="14173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8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24688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274320" y="3154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إبداعي CDNA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4206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خصائص النظام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4526280"/>
            <a:ext cx="2560320" cy="347472"/>
          </a:xfrm>
          <a:prstGeom prst="rect">
            <a:avLst/>
          </a:prstGeom>
          <a:solidFill>
            <a:srgbClr val="001D3D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4526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300 سؤال تحليلي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8960" y="4526280"/>
            <a:ext cx="2560320" cy="347472"/>
          </a:xfrm>
          <a:prstGeom prst="rect">
            <a:avLst/>
          </a:prstGeom>
          <a:solidFill>
            <a:srgbClr val="001D3D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4526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تقرير PDF مفصّل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526280"/>
            <a:ext cx="2560320" cy="347472"/>
          </a:xfrm>
          <a:prstGeom prst="rect">
            <a:avLst/>
          </a:prstGeom>
          <a:solidFill>
            <a:srgbClr val="001D3D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526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خارطة تطوير شخصية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4526280"/>
            <a:ext cx="2560320" cy="347472"/>
          </a:xfrm>
          <a:prstGeom prst="rect">
            <a:avLst/>
          </a:prstGeom>
          <a:solidFill>
            <a:srgbClr val="001D3D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4526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نقاط XP وشهادة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08960" y="4526280"/>
            <a:ext cx="2560320" cy="347472"/>
          </a:xfrm>
          <a:prstGeom prst="rect">
            <a:avLst/>
          </a:prstGeom>
          <a:solidFill>
            <a:srgbClr val="001D3D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0" y="4526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تحليل نقاط القوة والضعف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526280"/>
            <a:ext cx="2560320" cy="347472"/>
          </a:xfrm>
          <a:prstGeom prst="rect">
            <a:avLst/>
          </a:prstGeom>
          <a:solidFill>
            <a:srgbClr val="001D3D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526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توافق مع JSYP2026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37160"/>
            <a:ext cx="1554480" cy="256032"/>
          </a:xfrm>
          <a:prstGeom prst="rect">
            <a:avLst/>
          </a:prstGeom>
          <a:solidFill>
            <a:srgbClr val="9D4EDD">
              <a:alpha val="15000"/>
            </a:srgbClr>
          </a:solidFill>
          <a:ln w="10160">
            <a:solidFill>
              <a:srgbClr val="9D4E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Career DNA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🧬 Career DNA — بصمة المسار المهني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73152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اكتشف DNA مسارك المهني
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تحليل ذكي يكشف النمط الجوهري
لشخصيتك المهنية عبر 5 أبعاد:
</a:t>
            </a:r>
            <a:pPr algn="r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التحليلي  |  💡  الإبداعي
</a:t>
            </a:r>
            <a:pPr algn="r"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الاجتماعي  |  ⚙️  التشغيلي
</a:t>
            </a:r>
            <a:pPr algn="r" indent="0" marL="0">
              <a:buNone/>
            </a:pPr>
            <a:r>
              <a:rPr lang="en-US" sz="1300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الاستراتيجي
</a:t>
            </a:r>
            <a:pPr algn="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نمط يفتح:
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 ملفات محتوى متخصصة</a:t>
            </a: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كتاب قيادي مدفوع</a:t>
            </a: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خارطة تطوير 90 يوماً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685800"/>
            <a:ext cx="4572000" cy="402336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8229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🧬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389120" y="1691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التحليلي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755648"/>
            <a:ext cx="2560320" cy="201168"/>
          </a:xfrm>
          <a:prstGeom prst="rect">
            <a:avLst/>
          </a:prstGeom>
          <a:solidFill>
            <a:srgbClr val="001233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755648"/>
            <a:ext cx="2176272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22219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الإبداعي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2286000"/>
            <a:ext cx="2560320" cy="201168"/>
          </a:xfrm>
          <a:prstGeom prst="rect">
            <a:avLst/>
          </a:prstGeom>
          <a:solidFill>
            <a:srgbClr val="001233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2286000"/>
            <a:ext cx="1843430" cy="2011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75234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الاجتماعي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2816352"/>
            <a:ext cx="2560320" cy="201168"/>
          </a:xfrm>
          <a:prstGeom prst="rect">
            <a:avLst/>
          </a:prstGeom>
          <a:solidFill>
            <a:srgbClr val="001233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2816352"/>
            <a:ext cx="1638605" cy="201168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27523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32826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التشغيلي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3346704"/>
            <a:ext cx="2560320" cy="201168"/>
          </a:xfrm>
          <a:prstGeom prst="rect">
            <a:avLst/>
          </a:prstGeom>
          <a:solidFill>
            <a:srgbClr val="001233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3346704"/>
            <a:ext cx="1408176" cy="20116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0" y="3813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الاستراتيجي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3877056"/>
            <a:ext cx="2560320" cy="201168"/>
          </a:xfrm>
          <a:prstGeom prst="rect">
            <a:avLst/>
          </a:prstGeom>
          <a:solidFill>
            <a:srgbClr val="001233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3877056"/>
            <a:ext cx="2304288" cy="201168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38130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37160"/>
            <a:ext cx="1554480" cy="256032"/>
          </a:xfrm>
          <a:prstGeom prst="rect">
            <a:avLst/>
          </a:prstGeom>
          <a:solidFill>
            <a:srgbClr val="00F5D4">
              <a:alpha val="15000"/>
            </a:srgbClr>
          </a:solidFill>
          <a:ln w="10160">
            <a:solidFill>
              <a:srgbClr val="00F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التحديات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التحديات الإدارية + أفضل تصرف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4114800" cy="402336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68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التحديات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82880" cy="182880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تحديات من بيئة الأعمال الحقيقية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182880" cy="182880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سيناريوهات بالذكاء الاصطناعي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67712"/>
            <a:ext cx="182880" cy="182880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خيارات لكل تحدٍّ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24912"/>
            <a:ext cx="182880" cy="182880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فوري للقرار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182112"/>
            <a:ext cx="182880" cy="182880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وتغذية راجعة ذكية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39312"/>
            <a:ext cx="182880" cy="182880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مستويات: مبتدئ → خبير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731520"/>
            <a:ext cx="4114800" cy="402336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868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أفضل تصرف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1353312"/>
            <a:ext cx="182880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موقف إداري واقعي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1810512"/>
            <a:ext cx="182880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حكمة القرار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2267712"/>
            <a:ext cx="182880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مع CEO المثالي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2724912"/>
            <a:ext cx="182880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مفصّل للاختيار الأمثل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3182112"/>
            <a:ext cx="182880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تقييم متعدد الأبعاد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37760" y="3639312"/>
            <a:ext cx="182880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قرارات نهائي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137160"/>
            <a:ext cx="1554480" cy="256032"/>
          </a:xfrm>
          <a:prstGeom prst="rect">
            <a:avLst/>
          </a:prstGeom>
          <a:solidFill>
            <a:srgbClr val="9D4EDD">
              <a:alpha val="15000"/>
            </a:srgbClr>
          </a:solidFill>
          <a:ln w="10160">
            <a:solidFill>
              <a:srgbClr val="9D4E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CEO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CEO AI — المستشار الذكي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011680" cy="2011680"/>
          </a:xfrm>
          <a:prstGeom prst="ellipse">
            <a:avLst/>
          </a:prstGeom>
          <a:solidFill>
            <a:srgbClr val="001D3D"/>
          </a:solidFill>
          <a:ln w="25400">
            <a:solidFill>
              <a:srgbClr val="9D4E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🤖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777240"/>
            <a:ext cx="5943600" cy="594360"/>
          </a:xfrm>
          <a:prstGeom prst="rect">
            <a:avLst/>
          </a:prstGeom>
          <a:solidFill>
            <a:srgbClr val="001D3D"/>
          </a:solidFill>
          <a:ln w="15240">
            <a:solidFill>
              <a:srgbClr val="008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777240"/>
            <a:ext cx="59436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كيف أتعامل مع موظف غير منتج؟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463040"/>
            <a:ext cx="594360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463040"/>
            <a:ext cx="594360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الحل الأمثل يبدأ بمحادثة خاصة لفهم السبب الجذري، ثم خطة تطوير مشتركة...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331720"/>
            <a:ext cx="5943600" cy="594360"/>
          </a:xfrm>
          <a:prstGeom prst="rect">
            <a:avLst/>
          </a:prstGeom>
          <a:solidFill>
            <a:srgbClr val="001D3D"/>
          </a:solidFill>
          <a:ln w="15240">
            <a:solidFill>
              <a:srgbClr val="008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0" y="2331720"/>
            <a:ext cx="59436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ما استراتيجية التوسع السوقي المناسبة؟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3200400"/>
            <a:ext cx="1920240" cy="41148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AI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200400"/>
            <a:ext cx="1920240" cy="41148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بث مباشر SSE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3200400"/>
            <a:ext cx="1920240" cy="41148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صوت عربي/أجنبي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3703320"/>
            <a:ext cx="1920240" cy="41148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0" y="3703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 Backend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703320"/>
            <a:ext cx="1920240" cy="41148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703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تركيب صوتي ذكي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37160"/>
            <a:ext cx="1554480" cy="256032"/>
          </a:xfrm>
          <a:prstGeom prst="rect">
            <a:avLst/>
          </a:prstGeom>
          <a:solidFill>
            <a:srgbClr val="00D4FF">
              <a:alpha val="15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دكتور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دكتور AI — نظام المحاضرات التفاعلية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0" y="777240"/>
            <a:ext cx="1554480" cy="128016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0" y="822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0" y="13258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السلوك التنظيمي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67728" y="777240"/>
            <a:ext cx="1554480" cy="128016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67728" y="822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67728" y="13258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النظريات الإدارية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48656" y="777240"/>
            <a:ext cx="1554480" cy="128016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48656" y="822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5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48656" y="13258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الإدراك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9584" y="777240"/>
            <a:ext cx="1554480" cy="128016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29584" y="822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29584" y="13258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الاتجاهات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10512" y="777240"/>
            <a:ext cx="1554480" cy="1280160"/>
          </a:xfrm>
          <a:prstGeom prst="rect">
            <a:avLst/>
          </a:prstGeom>
          <a:solidFill>
            <a:srgbClr val="001D3D"/>
          </a:solidFill>
          <a:ln w="15240">
            <a:solidFill>
              <a:srgbClr val="FF00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10512" y="822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810512" y="13258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0" y="2240280"/>
            <a:ext cx="1554480" cy="1280160"/>
          </a:xfrm>
          <a:prstGeom prst="rect">
            <a:avLst/>
          </a:prstGeom>
          <a:solidFill>
            <a:srgbClr val="001D3D"/>
          </a:solidFill>
          <a:ln w="15240">
            <a:solidFill>
              <a:srgbClr val="008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0" y="2286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686800" y="27889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الشخصية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67728" y="2240280"/>
            <a:ext cx="1554480" cy="128016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67728" y="2286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5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67728" y="27889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48656" y="2240280"/>
            <a:ext cx="1554480" cy="1280160"/>
          </a:xfrm>
          <a:prstGeom prst="rect">
            <a:avLst/>
          </a:prstGeom>
          <a:solidFill>
            <a:srgbClr val="001D3D"/>
          </a:solidFill>
          <a:ln w="15240">
            <a:solidFill>
              <a:srgbClr val="FF00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48656" y="2286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248656" y="27889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ضغوط العمل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29584" y="2240280"/>
            <a:ext cx="1554480" cy="128016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29584" y="2286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529584" y="27889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الإحباط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10512" y="2240280"/>
            <a:ext cx="1554480" cy="128016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810512" y="2286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810512" y="27889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السلوك الجماعي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703320"/>
            <a:ext cx="1920240" cy="123444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7432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274320" y="4251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الطلاب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الحضور التفاعلي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468880" y="3703320"/>
            <a:ext cx="1920240" cy="123444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46888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🎲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2468880" y="4251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عشوائي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للمشاركة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3703320"/>
            <a:ext cx="1920240" cy="123444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6344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4663440" y="4251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سؤال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محاضرة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0" y="3703320"/>
            <a:ext cx="1920240" cy="123444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85800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6858000" y="4251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واجبات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bعد كل حصة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37160"/>
            <a:ext cx="1554480" cy="256032"/>
          </a:xfrm>
          <a:prstGeom prst="rect">
            <a:avLst/>
          </a:prstGeom>
          <a:solidFill>
            <a:srgbClr val="FFD700">
              <a:alpha val="15000"/>
            </a:srgbClr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المتجر والدفع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🛒 المتجر الرقمي — نظام الدفع الموحّد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822960"/>
          </a:xfrm>
          <a:prstGeom prst="rect">
            <a:avLst/>
          </a:prstGeom>
          <a:solidFill>
            <a:srgbClr val="001D3D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🇯🇴  IBAN الدفع الموحّد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822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JO88 JIBA 0710 0024 2947 3412 4000 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1920240" cy="128016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🇯🇴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432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2651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فوري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1691640"/>
            <a:ext cx="1920240" cy="128016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2316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💳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42316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Visa/MC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23160" y="2651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IBAN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691640"/>
            <a:ext cx="1920240" cy="1280160"/>
          </a:xfrm>
          <a:prstGeom prst="rect">
            <a:avLst/>
          </a:prstGeom>
          <a:solidFill>
            <a:srgbClr val="001D3D"/>
          </a:solidFill>
          <a:ln w="15240">
            <a:solidFill>
              <a:srgbClr val="008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🅿️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57200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PayPal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2651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دولي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1691640"/>
            <a:ext cx="1920240" cy="1280160"/>
          </a:xfrm>
          <a:prstGeom prst="rect">
            <a:avLst/>
          </a:prstGeom>
          <a:solidFill>
            <a:srgbClr val="001D3D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2084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🍎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72084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Pay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20840" y="2651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لحظي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3108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منتجاً رقمياً — ملفات · كتب · شهادات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" y="3520440"/>
            <a:ext cx="1920240" cy="132588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4320" y="35661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السلوك التنظيمي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د.أ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423160" y="3520440"/>
            <a:ext cx="1920240" cy="132588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423160" y="35661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كتاب القيادة التحويلية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23160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د.أ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572000" y="3520440"/>
            <a:ext cx="1920240" cy="132588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0" y="35661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شهادة Career DNA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0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د.أ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720840" y="3520440"/>
            <a:ext cx="1920240" cy="132588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20840" y="35661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حزمة CDNA الكاملة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20840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5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د.أ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37160"/>
            <a:ext cx="1554480" cy="256032"/>
          </a:xfrm>
          <a:prstGeom prst="rect">
            <a:avLst/>
          </a:prstGeom>
          <a:solidFill>
            <a:srgbClr val="00F5D4">
              <a:alpha val="15000"/>
            </a:srgbClr>
          </a:solidFill>
          <a:ln w="10160">
            <a:solidFill>
              <a:srgbClr val="00F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الإنجازات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الإنجازات · الشهادات · Dashboard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4114800" cy="22860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22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🏅 نظام الإنجازات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1143000" cy="566928"/>
          </a:xfrm>
          <a:prstGeom prst="rect">
            <a:avLst/>
          </a:prstGeom>
          <a:solidFill>
            <a:srgbClr val="001D3D"/>
          </a:solidFill>
          <a:ln w="15240">
            <a:solidFill>
              <a:srgbClr val="B886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3258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قائد التغيير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83080" y="1325880"/>
            <a:ext cx="1143000" cy="566928"/>
          </a:xfrm>
          <a:prstGeom prst="rect">
            <a:avLst/>
          </a:prstGeom>
          <a:solidFill>
            <a:srgbClr val="001D3D"/>
          </a:solidFill>
          <a:ln w="15240">
            <a:solidFill>
              <a:srgbClr val="B886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83080" y="13258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صانع القرار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1325880"/>
            <a:ext cx="1143000" cy="566928"/>
          </a:xfrm>
          <a:prstGeom prst="rect">
            <a:avLst/>
          </a:prstGeom>
          <a:solidFill>
            <a:srgbClr val="001D3D"/>
          </a:solidFill>
          <a:ln w="15240">
            <a:solidFill>
              <a:srgbClr val="B886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08960" y="13258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نجم الفريق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1143000" cy="566928"/>
          </a:xfrm>
          <a:prstGeom prst="rect">
            <a:avLst/>
          </a:prstGeom>
          <a:solidFill>
            <a:srgbClr val="001D3D"/>
          </a:solidFill>
          <a:ln w="15240">
            <a:solidFill>
              <a:srgbClr val="B886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0116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مدير التميّز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83080" y="2011680"/>
            <a:ext cx="1143000" cy="566928"/>
          </a:xfrm>
          <a:prstGeom prst="rect">
            <a:avLst/>
          </a:prstGeom>
          <a:solidFill>
            <a:srgbClr val="001D3D"/>
          </a:solidFill>
          <a:ln w="15240">
            <a:solidFill>
              <a:srgbClr val="B886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783080" y="20116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رائد الابتكار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2011680"/>
            <a:ext cx="1143000" cy="566928"/>
          </a:xfrm>
          <a:prstGeom prst="rect">
            <a:avLst/>
          </a:prstGeom>
          <a:solidFill>
            <a:srgbClr val="001D3D"/>
          </a:solidFill>
          <a:ln w="15240">
            <a:solidFill>
              <a:srgbClr val="B886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08960" y="20116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بطل القيادة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731520"/>
            <a:ext cx="4114800" cy="228600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822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KPI 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1298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الرضا الوظيفي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1362456"/>
            <a:ext cx="1828800" cy="201168"/>
          </a:xfrm>
          <a:prstGeom prst="rect">
            <a:avLst/>
          </a:prstGeom>
          <a:solidFill>
            <a:srgbClr val="001233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1362456"/>
            <a:ext cx="1682496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1298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18653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الإنتاجية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0" y="1929384"/>
            <a:ext cx="1828800" cy="201168"/>
          </a:xfrm>
          <a:prstGeom prst="rect">
            <a:avLst/>
          </a:prstGeom>
          <a:solidFill>
            <a:srgbClr val="001233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1929384"/>
            <a:ext cx="1591056" cy="201168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18653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24323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الريادة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2496312"/>
            <a:ext cx="1828800" cy="201168"/>
          </a:xfrm>
          <a:prstGeom prst="rect">
            <a:avLst/>
          </a:prstGeom>
          <a:solidFill>
            <a:srgbClr val="001233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2496312"/>
            <a:ext cx="1426464" cy="2011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32520" y="2432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200400"/>
            <a:ext cx="4114800" cy="160020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3310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الشهادات الرقمية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3749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شهادة القيادة التحويلية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0690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شهادة Career DNA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389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شهادة التميز الإداري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3200400"/>
            <a:ext cx="4114800" cy="160020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37760" y="3310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نظام XP والمستويات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937760" y="3749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مبتدئ: 0-500 XP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37760" y="40690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متقدم: 500-2000 XP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37760" y="4389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خبير: 2000+ XP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137160"/>
            <a:ext cx="1554480" cy="256032"/>
          </a:xfrm>
          <a:prstGeom prst="rect">
            <a:avLst/>
          </a:prstGeom>
          <a:solidFill>
            <a:srgbClr val="00D4FF">
              <a:alpha val="15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0" y="137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التوزيع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متاح على جميع المنصات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1920240" cy="397764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868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🌐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74320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084832"/>
            <a:ext cx="1371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488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أوفلاين بعد التثبيت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192024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/ Edge / Safari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3749040"/>
            <a:ext cx="365760" cy="36576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814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41448" y="777240"/>
            <a:ext cx="1920240" cy="3977640"/>
          </a:xfrm>
          <a:prstGeom prst="rect">
            <a:avLst/>
          </a:prstGeom>
          <a:solidFill>
            <a:srgbClr val="001D3D"/>
          </a:solidFill>
          <a:ln w="15240">
            <a:solidFill>
              <a:srgbClr val="008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41448" y="868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🖥️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2441448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 EXE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15768" y="2084832"/>
            <a:ext cx="1371600" cy="27432"/>
          </a:xfrm>
          <a:prstGeom prst="rect">
            <a:avLst/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1448" y="21488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سطح مكتب 22 KB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مستقلة مع أيقونة AUS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41448" y="3200400"/>
            <a:ext cx="1920240" cy="27432"/>
          </a:xfrm>
          <a:prstGeom prst="rect">
            <a:avLst/>
          </a:prstGeom>
          <a:solidFill>
            <a:srgbClr val="0084FF">
              <a:alpha val="40000"/>
            </a:srgbClr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41448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.NET WinForms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18688" y="3749040"/>
            <a:ext cx="365760" cy="365760"/>
          </a:xfrm>
          <a:prstGeom prst="ellipse">
            <a:avLst/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18688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814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44368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08576" y="777240"/>
            <a:ext cx="1920240" cy="397764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08576" y="868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📱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4608576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5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Android APK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882896" y="2084832"/>
            <a:ext cx="1371600" cy="27432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08576" y="21488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Capacitor Native 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كتطبيق هاتف حقيقي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08576" y="3200400"/>
            <a:ext cx="1920240" cy="27432"/>
          </a:xfrm>
          <a:prstGeom prst="rect">
            <a:avLst/>
          </a:prstGeom>
          <a:solidFill>
            <a:srgbClr val="00F5D4">
              <a:alpha val="40000"/>
            </a:srgbClr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08576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Capacitor 6.0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85816" y="3749040"/>
            <a:ext cx="365760" cy="365760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85816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814"/>
                </a:solidFill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11496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75704" y="777240"/>
            <a:ext cx="1920240" cy="397764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775704" y="868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📦</a:t>
            </a:r>
            <a:endParaRPr lang="en-US" sz="4200" dirty="0"/>
          </a:p>
        </p:txBody>
      </p:sp>
      <p:sp>
        <p:nvSpPr>
          <p:cNvPr id="39" name="Text 37"/>
          <p:cNvSpPr/>
          <p:nvPr/>
        </p:nvSpPr>
        <p:spPr>
          <a:xfrm>
            <a:off x="6775704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ZIP أوفلاين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050024" y="2084832"/>
            <a:ext cx="1371600" cy="274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75704" y="21488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317 KB حزمة مضغوطة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START.bat للتشغيل الفوري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75704" y="3200400"/>
            <a:ext cx="1920240" cy="27432"/>
          </a:xfrm>
          <a:prstGeom prst="rect">
            <a:avLst/>
          </a:prstGeom>
          <a:solidFill>
            <a:srgbClr val="FFD700">
              <a:alpha val="4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75704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HTTP Server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552944" y="3749040"/>
            <a:ext cx="365760" cy="3657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52944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814"/>
                </a:solidFill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278624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التصميم والتقنية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21031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تصميم سينمائي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Glassmorphism بالكامل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رسوم نجوم كونية متحركة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ثيم ذهبي أزرق داكن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RTL عربي كامل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تصميم متجاوب 100%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Dark Mode أصيل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731520"/>
            <a:ext cx="4114800" cy="210312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822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Frontend Stack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2618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HTML5 + CSS3 + JavaScript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5179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Tailwind CSS (planned React)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7739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Font Awesome 6.5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0299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Google Fonts (Tajawal/Orbitron)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286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Service Worker PWA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542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PptxGenJS للتقارير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4114800" cy="192024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Backend (CEO AI)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5021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Python FastAPI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7764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Claude claude-sonnet-4-5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050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ElevenLabs / Edge TTS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3251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SSE Streaming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599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Port 8002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4114800" cy="192024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الأمان والنشر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37760" y="35021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Netlify (HTTPS + CDN)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7764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netlify.toml مع headers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4050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IBAN محمي في الكود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3251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Service Worker Cache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4599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Rate Limiting (FastAPI)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1657350"/>
            <a:ext cx="1828800" cy="1828800"/>
          </a:xfrm>
          <a:prstGeom prst="ellipse">
            <a:avLst/>
          </a:prstGeom>
          <a:solidFill>
            <a:srgbClr val="00D4FF">
              <a:alpha val="1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63240" y="1062990"/>
            <a:ext cx="3017520" cy="3017520"/>
          </a:xfrm>
          <a:prstGeom prst="ellipse">
            <a:avLst/>
          </a:prstGeom>
          <a:solidFill>
            <a:srgbClr val="00D4FF">
              <a:alpha val="1000"/>
            </a:srgbClr>
          </a:solidFill>
          <a:ln w="635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468630"/>
            <a:ext cx="4206240" cy="4206240"/>
          </a:xfrm>
          <a:prstGeom prst="ellipse">
            <a:avLst/>
          </a:prstGeom>
          <a:solidFill>
            <a:srgbClr val="00D4FF">
              <a:alpha val="1000"/>
            </a:srgbClr>
          </a:solidFill>
          <a:ln w="635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6400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</a:t>
            </a:r>
            <a:pPr algn="ctr" indent="0" marL="0">
              <a:buNone/>
            </a:pPr>
            <a:r>
              <a:rPr lang="en-US" sz="9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لاهتمامكم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2542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26080" y="2971800"/>
            <a:ext cx="3291840" cy="274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القيادة الذكية بالذكاء الاصطناعي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2286000" cy="5029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ausplatform.netlify.app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3703320"/>
            <a:ext cx="2286000" cy="5029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aus@platform.com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703320"/>
            <a:ext cx="2286000" cy="5029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PWA + EXE + APK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AUS Platform  ·  All Rights Reserved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 — AI University Simulator</dc:title>
  <dc:subject>Platform Overview</dc:subject>
  <dc:creator>AUS Platform</dc:creator>
  <cp:lastModifiedBy>AUS Platform</cp:lastModifiedBy>
  <cp:revision>1</cp:revision>
  <dcterms:created xsi:type="dcterms:W3CDTF">2026-05-30T20:43:43Z</dcterms:created>
  <dcterms:modified xsi:type="dcterms:W3CDTF">2026-05-30T20:43:43Z</dcterms:modified>
</cp:coreProperties>
</file>